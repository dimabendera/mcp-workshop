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ec4723b1e2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ec4723b1e2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9" name="Google Shape;59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3" name="Google Shape;6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1" name="Google Shape;71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2" name="Google Shape;72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2" name="Google Shape;82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6" name="Google Shape;86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7" name="Google Shape;87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91" name="Google Shape;9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4" name="Google Shape;94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5" name="Google Shape;95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" Type="http://schemas.openxmlformats.org/officeDocument/2006/relationships/image" Target="../media/image1.png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5" Type="http://schemas.openxmlformats.org/officeDocument/2006/relationships/theme" Target="../theme/theme3.xml"/><Relationship Id="rId14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54" name="Google Shape;54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260554" y="-3"/>
            <a:ext cx="795102" cy="580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-uk.png"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75050" y="0"/>
            <a:ext cx="872053" cy="61555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